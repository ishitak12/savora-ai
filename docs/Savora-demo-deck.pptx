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this is a restaurant ordering app where the search box takes plain English. Two roles, a real order workflow, and an AI layer that is engineered to degrade rather than fail. I will show the architecture, then the AI pipeline, then run the whole flow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 and one external service. The layering rule matters more than the boxes: no business logic lives in a router. Order transitions live in order_state.py, ranking in ai_search.py, which is why the API, the tests and the UI button states all read from one definition. SQLite is a demo-risk decision, not a scaling opinion — I can defend both halves of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I expect questions on. The key idea: an LLM is good at judging semantic fit and bad at arithmetic, so I never delegate a number to it. Under 200 means under 200, enforced in SQL. The fallback ladder is real — I can pull the API key mid-demo and search keeps working, and the badge in the UI changes from semantic+rerank to lexical so nobody is fooled.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live run: sign in as a customer, search, order; switch to admin, push it through every stage, show the dashboard move. Then the honest part — what is not built. Migrations first, then token refresh, then rate-limiting the search endpoint because it is public and costs money per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B8504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6E8B7B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Food Ordering System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with AI-Powered Menu Search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“Something spicy and vegetarian under 200 rupees.”  A customer types what they feel like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eating; the system returns available dishes ranked by how well they actually match.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343400"/>
            <a:ext cx="242316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78408" y="4864608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ordering + admin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and menu control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4343400"/>
            <a:ext cx="242316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75888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search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75888" y="4864608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embeddings + LLM rerank,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offline fallback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4343400"/>
            <a:ext cx="242316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73368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workflow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73368" y="4864608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→ Confirmed → Preparing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Ready → Picked Up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9680" y="4343400"/>
            <a:ext cx="242316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070848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backend tests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070848" y="4864608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state machine, pricing,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degradation ladder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6172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Biplab Kar  ·  AI Software Engineer assignment  ·  KPi-Tech Services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1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do HTTP · services do the thinking · models do storage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772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FE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menu by category · AI search · cart · order tracking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dashboard · orders board · menu CRUD     — guarded by role-aware routes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8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 fetch + Bearer JWT   (Vite proxies /api in dev — no CORS in the demo path)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7772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FE9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08960"/>
            <a:ext cx="201168" cy="201168"/>
          </a:xfrm>
          <a:prstGeom prst="ellipse">
            <a:avLst/>
          </a:prstGeom>
          <a:solidFill>
            <a:srgbClr val="6E8B7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044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3832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   /menu   /search   /orders   /dashboard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deps.py → get_current_user → require_admin | require_customer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constraints · lexical · gemini · ai_search · order_state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97280" y="43434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8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 SQLAlchemy 2.0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7772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FE9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846320"/>
            <a:ext cx="201168" cy="201168"/>
          </a:xfrm>
          <a:prstGeom prst="ellipse">
            <a:avLst/>
          </a:prstGeom>
          <a:solidFill>
            <a:srgbClr val="2A211E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782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 ·  savora.db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51206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menu_items (+ cached embedding) · orders · order_items · order_events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0" y="1417320"/>
            <a:ext cx="2926080" cy="2148840"/>
          </a:xfrm>
          <a:prstGeom prst="roundRect">
            <a:avLst>
              <a:gd name="adj" fmla="val 4255"/>
            </a:avLst>
          </a:prstGeom>
          <a:solidFill>
            <a:srgbClr val="2A211E"/>
          </a:solidFill>
          <a:ln/>
        </p:spPr>
      </p:sp>
      <p:sp>
        <p:nvSpPr>
          <p:cNvPr id="19" name="Text 17"/>
          <p:cNvSpPr/>
          <p:nvPr/>
        </p:nvSpPr>
        <p:spPr>
          <a:xfrm>
            <a:off x="891540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15400" y="19659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text-embedding-004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gemini-2.0-flash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over plain REST.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returns None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 — never raises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request.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0" y="3794760"/>
            <a:ext cx="29260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FE9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SQLite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15400" y="4279392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is a live demo on my laptop. A docker-compose that has to be healthy five minutes before the call is risk without benefit at this data volume. DATABASE_URL is the only change to move to Postgres.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backend dependencies  ·  3 frontend dependencies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1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AI search pipeline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stages. Each one degrades on its own instead of taking the search down.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FE9D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447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“something spicy and vegetarian under 200 rupees”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FE9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Constraints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67004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rules first, Gemini second.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conflict the rules win.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3401568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EFE9DC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34747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max_price = 200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= spicy, vegetarian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41879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8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no LLM → rules only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72968" y="31089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74136" y="214884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FE9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5304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Candidate set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75304" y="267004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filters in SQL: price, diet,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allergens, availability.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75304" y="3401568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EFE9DC"/>
          </a:solidFill>
          <a:ln/>
        </p:spPr>
      </p:sp>
      <p:sp>
        <p:nvSpPr>
          <p:cNvPr id="17" name="Text 15"/>
          <p:cNvSpPr/>
          <p:nvPr/>
        </p:nvSpPr>
        <p:spPr>
          <a:xfrm>
            <a:off x="3685032" y="34747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gets to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 stated budget.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75304" y="41879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8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always runs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98464" y="31089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99632" y="214884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FE9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Recall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67004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over embeddings cached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row, fingerprinted.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3401568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EFE9DC"/>
          </a:solidFill>
          <a:ln/>
        </p:spPr>
      </p:sp>
      <p:sp>
        <p:nvSpPr>
          <p:cNvPr id="24" name="Text 22"/>
          <p:cNvSpPr/>
          <p:nvPr/>
        </p:nvSpPr>
        <p:spPr>
          <a:xfrm>
            <a:off x="6510528" y="34747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embedding call per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— the query.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41879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8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no vectors → BM25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31089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025128" y="214884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FE9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26296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Rerank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26296" y="267004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scores the top 12 and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one-line reason.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26296" y="3401568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EFE9DC"/>
          </a:solidFill>
          <a:ln/>
        </p:spPr>
      </p:sp>
      <p:sp>
        <p:nvSpPr>
          <p:cNvPr id="31" name="Text 29"/>
          <p:cNvSpPr/>
          <p:nvPr/>
        </p:nvSpPr>
        <p:spPr>
          <a:xfrm>
            <a:off x="9336024" y="34747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0.7 × LLM +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× retrieval.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26296" y="41879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8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no rerank → recall order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029200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" y="4956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 never reach the model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" y="52852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diet and allergens are SQL predicates. A test proves an LLM trying to widen ₹200 → ₹5000 is ignored.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315968" y="5029200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7" name="Text 35"/>
          <p:cNvSpPr/>
          <p:nvPr/>
        </p:nvSpPr>
        <p:spPr>
          <a:xfrm>
            <a:off x="4608576" y="4956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preferences only steer ranking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08576" y="52852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“Light”, “not fried” on a 40-item menu would empty the results if hard-filtered. They rank; they do not exclude.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83296" y="5029200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0" name="Text 38"/>
          <p:cNvSpPr/>
          <p:nvPr/>
        </p:nvSpPr>
        <p:spPr>
          <a:xfrm>
            <a:off x="8375904" y="4956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says which path ran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75904" y="52852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search_mode, degraded and notes are part of the contract and shown in the UI. A silent downgrade is the worse bug.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1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End-to-end workflow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→ cart → order → kitchen → dashboard, with the state machine enforced server-side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11680" cy="658368"/>
          </a:xfrm>
          <a:prstGeom prst="roundRect">
            <a:avLst>
              <a:gd name="adj" fmla="val 13889"/>
            </a:avLst>
          </a:prstGeom>
          <a:solidFill>
            <a:srgbClr val="D3B8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64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16459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61488" y="1508760"/>
            <a:ext cx="2011680" cy="658368"/>
          </a:xfrm>
          <a:prstGeom prst="roundRect">
            <a:avLst>
              <a:gd name="adj" fmla="val 13889"/>
            </a:avLst>
          </a:prstGeom>
          <a:solidFill>
            <a:srgbClr val="C79684"/>
          </a:solidFill>
          <a:ln/>
        </p:spPr>
      </p:sp>
      <p:sp>
        <p:nvSpPr>
          <p:cNvPr id="8" name="Text 6"/>
          <p:cNvSpPr/>
          <p:nvPr/>
        </p:nvSpPr>
        <p:spPr>
          <a:xfrm>
            <a:off x="2761488" y="1664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73168" y="16459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74336" y="1508760"/>
            <a:ext cx="2011680" cy="658368"/>
          </a:xfrm>
          <a:prstGeom prst="roundRect">
            <a:avLst>
              <a:gd name="adj" fmla="val 13889"/>
            </a:avLst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974336" y="1664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86016" y="16459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87184" y="1508760"/>
            <a:ext cx="2011680" cy="658368"/>
          </a:xfrm>
          <a:prstGeom prst="roundRect">
            <a:avLst>
              <a:gd name="adj" fmla="val 13889"/>
            </a:avLst>
          </a:prstGeom>
          <a:solidFill>
            <a:srgbClr val="96382F"/>
          </a:solidFill>
          <a:ln/>
        </p:spPr>
      </p:sp>
      <p:sp>
        <p:nvSpPr>
          <p:cNvPr id="14" name="Text 12"/>
          <p:cNvSpPr/>
          <p:nvPr/>
        </p:nvSpPr>
        <p:spPr>
          <a:xfrm>
            <a:off x="7187184" y="1664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98864" y="16459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00032" y="1508760"/>
            <a:ext cx="2011680" cy="658368"/>
          </a:xfrm>
          <a:prstGeom prst="roundRect">
            <a:avLst>
              <a:gd name="adj" fmla="val 13889"/>
            </a:avLst>
          </a:prstGeom>
          <a:solidFill>
            <a:srgbClr val="6E2620"/>
          </a:solidFill>
          <a:ln/>
        </p:spPr>
      </p:sp>
      <p:sp>
        <p:nvSpPr>
          <p:cNvPr id="17" name="Text 15"/>
          <p:cNvSpPr/>
          <p:nvPr/>
        </p:nvSpPr>
        <p:spPr>
          <a:xfrm>
            <a:off x="9400032" y="1664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Up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22860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Forward-only · cancellable up to Preparing · terminal states accept nothing · illegal transition = 422 naming what IS allowed · every move appended to order_events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3520440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FE9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297180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1078992" y="2907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3310128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in plain English, sees a match % and the reason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sends ids and quantities only — never prices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card polls every 8s and shows a live progress rail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15968" y="2743200"/>
            <a:ext cx="3520440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FE9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971800"/>
            <a:ext cx="201168" cy="201168"/>
          </a:xfrm>
          <a:prstGeom prst="ellipse">
            <a:avLst/>
          </a:prstGeom>
          <a:solidFill>
            <a:srgbClr val="6E8B7B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907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0" y="3310128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board renders buttons from the server’s allowed_transitions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CRUD; deleting a dish that appears on past orders is a 409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revenue, AOV, orders by status, popular items, by hour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83296" y="2743200"/>
            <a:ext cx="3520440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FE9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11896" y="2971800"/>
            <a:ext cx="201168" cy="201168"/>
          </a:xfrm>
          <a:prstGeom prst="ellipse">
            <a:avLst/>
          </a:prstGeom>
          <a:solidFill>
            <a:srgbClr val="2A211E"/>
          </a:solidFill>
          <a:ln/>
        </p:spPr>
      </p:sp>
      <p:sp>
        <p:nvSpPr>
          <p:cNvPr id="29" name="Text 27"/>
          <p:cNvSpPr/>
          <p:nvPr/>
        </p:nvSpPr>
        <p:spPr>
          <a:xfrm>
            <a:off x="8613648" y="2907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39328" y="3310128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re-read server-side; order lines snapshot name and price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fetching another customer’s order gets 404, not 403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 dishes never enter search results or a new order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2A211E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 another week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" y="56875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  ·  refresh tokens with a shorter TTL  ·  rate-limit + cache the public search endpoint  ·  move recall into the DB (sqlite-vec / pgvector)  ·  idempotency key on POST /orders  ·  a labelled query set so search quality is a number, not a vibe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Savora — Food Ordering System with AI-Powered Menu Search</dc:title>
  <dc:subject>PptxGenJS Presentation</dc:subject>
  <dc:creator>Biplab Kar</dc:creator>
  <cp:lastModifiedBy>Biplab Kar</cp:lastModifiedBy>
  <cp:revision>1</cp:revision>
  <dcterms:created xsi:type="dcterms:W3CDTF">2026-08-17T19:34:44Z</dcterms:created>
  <dcterms:modified xsi:type="dcterms:W3CDTF">2026-08-17T19:34:44Z</dcterms:modified>
</cp:coreProperties>
</file>